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315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08760" y="1097280"/>
            <a:ext cx="73152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AFAFA"/>
                </a:solidFill>
                <a:latin typeface="Georgia"/>
              </a:defRPr>
            </a:pPr>
            <a:r>
              <a:t>MENUZ</a:t>
            </a:r>
          </a:p>
          <a:p>
            <a:pPr>
              <a:spcBef>
                <a:spcPts val="800"/>
              </a:spcBef>
              <a:defRPr sz="2800" b="1">
                <a:solidFill>
                  <a:srgbClr val="F59E0B"/>
                </a:solidFill>
                <a:latin typeface="Georgia"/>
              </a:defRPr>
            </a:pPr>
            <a:r>
              <a:t>The Modern Dine-In Operating System &amp; Growth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⚡  Interactive HD Menus &amp; Live Table Sync: Diners co-order in real time (&lt;100ms sync) with zero app downloads.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⚡  Chef AI Sommelier &amp; Pairings: Contextual drink and dessert recommendations drive +22% average check sizes.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⚡  Reputation Floor Shield: Channels 5★ reviews to Google while intercepting 1-3★ table grievances in &lt;60s.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⚡  Direct Kitchen KOT &amp; POS Integration: Owner-controlled 1-sec auto-KOT or captain review; syncs with Petpooja &amp; RoyalPOS.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⚡  Commercial Model: Single Outlet ₹5,000/mo, Enterprise ₹10,000/mo, 0% commission, and 100% data ownership.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Arial"/>
              </a:defRPr>
            </a:pPr>
            <a:r>
              <a:t>EXECUTIVE PARTNERSHIP SPECIFICATION • 15 RESTAURANT VALIDATION EDITION • MENUZ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// 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The 4 Critical Operational Traps Bleeding Restaurant Profits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Why traditional paper menus, delivery aggregators, and unmanaged public reviews harm dining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Georgia"/>
              </a:defRPr>
            </a:pPr>
            <a:r>
              <a:t>1. Aggregator Commission Trap (25-30%)</a:t>
            </a:r>
          </a:p>
          <a:p>
            <a:pPr>
              <a:spcBef>
                <a:spcPts val="8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Delivery platforms charge crippling commissions and withhold customer phone numbers, preventing direct remarketing.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Georgia"/>
              </a:defRPr>
            </a:pPr>
            <a:r>
              <a:t>2. Paper Menu Blindness</a:t>
            </a:r>
          </a:p>
          <a:p>
            <a:pPr>
              <a:spcBef>
                <a:spcPts val="8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Static paper menus fail to upsell drinks or show plating. Updating single dish prices requires expensive re-printing and days of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Georgia"/>
              </a:defRPr>
            </a:pPr>
            <a:r>
              <a:t>3. The 1-Star Google Ambush</a:t>
            </a:r>
          </a:p>
          <a:p>
            <a:pPr>
              <a:spcBef>
                <a:spcPts val="8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Diners leave quietly and post devastating 1-star Google reviews from home at 11 PM, permanently lowering your SEO rank and footfall.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343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  <a:latin typeface="Georgia"/>
              </a:defRPr>
            </a:pPr>
            <a:r>
              <a:t>4. Waiter Dispatch Bottlenecks</a:t>
            </a:r>
          </a:p>
          <a:p>
            <a:pPr>
              <a:spcBef>
                <a:spcPts val="8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Guests wave hands frantically for water or bills during peak rush. Table turnover slows by 15-20 minutes, costing thousands in lost seatings.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// FACTUAL MARKETING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Public Google Reviews vs. Instagram UGC vs. Floor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Understanding the distinct roles of Google Search, Social Media Virality, and Table Damage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Georgia"/>
              </a:defRPr>
            </a:pPr>
            <a:r>
              <a:t>A. Public Google Reviews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  <a:latin typeface="Arial"/>
              </a:defRPr>
            </a:pPr>
            <a:r>
              <a:t>SEO &amp; SEARCH FOOTFALL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Platform: Google Maps / Local 3-Pack.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Format: Permanent star score + text review.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Impact: Dictates organic rank for high-intent searches ('best cafe near me') and walk-ins.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Menuz Role: Multiplies 5★ reviews via 1-tap AI drafts and gamified Lucky Wheel rewards.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Georgia"/>
              </a:defRPr>
            </a:pPr>
            <a:r>
              <a:t>B. Instagram / Social UGC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VISUAL VIRALITY &amp; HYPE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Platform: Instagram Stories &amp; Reels.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Format: 9:16 Vertical branded dish cards.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Impact: Reaches 500-2,000 local friends of the guest, creating visual FOMO and viral buzz.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Menuz Role: Generates instant 9:16 story cards with @restaurant tag in 1 tap.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Georgia"/>
              </a:defRPr>
            </a:pPr>
            <a:r>
              <a:t>C. Private Floor Shield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TABLE DAMAGE CONTROL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Platform: Internal Manager Tablet / SMS.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Format: Private 1-3★ table grievance alert.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Impact: Stops complaints from reaching Google; alerts floor manager in &lt;60s.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Menuz Role: Manager resolves issue at table before guest ever leaves.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// DINER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Visual Digital Menu: Engaging Appetites with Culinary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Replacing paper text with high-res plating photos, calibrated spice meters, and instant service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6B6D4"/>
                </a:solidFill>
                <a:latin typeface="Georgia"/>
              </a:defRPr>
            </a:pPr>
            <a:r>
              <a:t>Visual Menu Features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High-Resolution Plating Photos: Showcases exact culinary presentations, triggering immediate visual appetite and premium orders.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Spice Meter Calibration (1 to 5): Visual heat indicators (Level 1: Cashew Cream, Level 5: Guntur Chili) prevent spice mismatches.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Dietary &amp; Allergen Filtering: Instant 1-tap toggling for Pure Veg (🟢), Non-Veg (🔴), Vegan, Jain, and Gluten-Free dishes.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Chef's Secret Notes &amp; Lore: Shares slow-braising times, tandoor techniques, and masala histories directly with diners.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59E0B"/>
                </a:solidFill>
                <a:latin typeface="Georgia"/>
              </a:defRPr>
            </a:pPr>
            <a:r>
              <a:t>Table Service Controls</a:t>
            </a:r>
          </a:p>
          <a:p>
            <a:pPr>
              <a:spcBef>
                <a:spcPts val="10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✓ Zero App Downloads: Runs instantly inside Safari or Chrome upon scanning table QR code via lightweight PWA.</a:t>
            </a:r>
          </a:p>
          <a:p>
            <a:pPr>
              <a:spcBef>
                <a:spcPts val="10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✓ 1-Tap Floor Service SOS: Diners tap 'Call Waiter', 'Water', or 'Bill'. Waiter tablet buzzes instantly with exact table number.</a:t>
            </a:r>
          </a:p>
          <a:p>
            <a:pPr>
              <a:spcBef>
                <a:spcPts val="10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✓ Live Kitchen Preparation Tracking: Guests track order progress: 'Received' → 'In Tandoor / Preparing' → 'Served'.</a:t>
            </a:r>
          </a:p>
          <a:p>
            <a:pPr>
              <a:spcBef>
                <a:spcPts val="10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✓ Instant Itemized Bill View: Guests view transparent bills with taxes and discounts clearly displayed, cutting checkout wait 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// GROUP DINING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Real-Time Multiplayer Table Sync: Group Dining Reimagined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Multiple phones at the same table add dishes together into one synchronized live cart.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Georgia"/>
              </a:defRPr>
            </a:pPr>
            <a:r>
              <a:t>Live Shared Tray (&lt;100ms)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INSTANT CONNECTION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All guests at Table 4 connect to the same real-time WebSocket room. When Rohan adds Butter Naan, Priya sees it on her screen in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Guest Attribution Tags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WHO ORDERED WHAT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Every item displays who ordered it ('👤 Rohan', '👤 Priya'), eliminating the awkward confusion of duplicate orders.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Georgia"/>
              </a:defRPr>
            </a:pPr>
            <a:r>
              <a:t>Harmonious Kitchen KOT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ZERO DISJOINTED ORDERS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The table reviews the unified cart together before dispatching, ensuring the kitchen receives one organized ticket.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// AI DINING CONCIERGE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Chef AI Sommelier: Always Guiding Choices &amp; Answering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A conversational AI trained directly on your chef's recipes and owner's upsell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Georgia"/>
              </a:defRPr>
            </a:pPr>
            <a:r>
              <a:t>How the In-Menu AI Concierge Drives Higher Check Sizes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✨ Trained on Head Chef's Recipes: Speaks with authentic authority on hand-ground spice blends, slow-braising methods, and heat levels with zero hallucinations.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✨ Trained on Owner's Upsell Playbook: When a diner asks what to pair with Biryani, the AI naturally suggests high-margin coolers, specialty naans, and house dessert specials.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✨ Smart Auto-Scroll &amp; Suggestion Chips: Diners tap quick chips ('Pair a drink with Paneer Tikka', 'Is Mutton Curry spicy?'). The chat window smoothly auto-scrolls to the answer without typing.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✨ Strict Dietary &amp; Allergen Guarantee: Instantly verifies kitchen safety protocols for Jain, nut-free, vegan, and gluten-free items with 100%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// REVENUE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Smart Chef Pairings: Boosting Average Ticket Size by +22%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Automated contextual beverage and side bundle recommendations served right inside the cart.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Georgia"/>
              </a:defRPr>
            </a:pPr>
            <a:r>
              <a:t>Contextual Dish Matching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INTELLIGENT PAIRING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Selecting Awadhi Murgh Biryani automatically surfaces the Chef's Pairing: Garlic Butter Naan + Royal Kokum Mint Cooler in 1 tap.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Curated Pairing Add-Ons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HIGH MARGIN PAIRINGS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Owners configure high-margin beverage and dessert pairings. Diners enjoy chef-recommended combinations while restaurants sell more appetizers and drinks without price slashing.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Georgia"/>
              </a:defRPr>
            </a:pPr>
            <a:r>
              <a:t>1-Click In-Tray Quick Add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ZERO CATEGORY HOPPING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Suggested pairings appear right inside the bottom cart sheet so diners add them instantly without browsing separate menu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// REPUTATION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The Reputation Floor Shield: 5★ to Google, 1-3★ to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How Menuz channels positive reviews to Google Maps while intercepting complaints table-side.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59E0B"/>
                </a:solidFill>
                <a:latin typeface="Georgia"/>
              </a:defRPr>
            </a:pPr>
            <a:r>
              <a:t>4-5★ Ratings -&gt; Public Google Maps Multiplier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Delighted diners receive AI-generated dish-specific review drafts and are deep-linked straight to your Google Maps review page in 1 tap.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6B6D4"/>
                </a:solidFill>
                <a:latin typeface="Georgia"/>
              </a:defRPr>
            </a:pPr>
            <a:r>
              <a:t>1-3★ Ratings -&gt; Silent Manager SOS Alert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Ratings under 4 stars NEVER touch Google Maps or social media. An urgent alert buzzes the manager's tablet: 'Table 4: Soup lukewarm'.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10B981"/>
                </a:solidFill>
                <a:latin typeface="Georgia"/>
              </a:defRPr>
            </a:pPr>
            <a:r>
              <a:t>Tableside Recovery in &lt;60 Seconds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Floor manager visits Table 4 immediately with a fresh replacement or complimentary chef dessert, converting an upset guest before they leave.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343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59E0B"/>
                </a:solidFill>
                <a:latin typeface="Georgia"/>
              </a:defRPr>
            </a:pPr>
            <a:r>
              <a:t>Permanent 4.8+ Google Rating Protection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Guarantees your public Google rating stays high, driving continuous organic search traffic while giving kitchen staff honest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// SEARCH DOMINANCE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Google Maps 3-Pack Dominance &amp; AI Review Multiplication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Turn every happy dining table into a high-ranking Google SEO asset.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Georgia"/>
              </a:defRPr>
            </a:pPr>
            <a:r>
              <a:t>How Menuz Powers Local Search Discovery on Google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⭐ AI Dish-Specific Review Drafts: Diners hate typing reviews. Menuz's AI creates authentic 2-sentence reviews highlighting dishes they actually ordered in 1 tap.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⭐ 1-Tap Deep Linking to Google Maps: Copies the draft to clipboard and opens your exact Google Place Review page so diners paste and submit in 3 seconds.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⭐ Rich Local Keyword Injection for SEO: Reviews naturally incorporate high-intent search keywords ('best butter chicken in Koregaon Park'), ranking your restaurant in Google's Top 3 Pack.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⭐ +300 Verified Google Reviews Monthly: A 20-table restaurant serving 100 tables/day averages 10-15 new 5-star Google reviews daily with Menuz's spin wheel incentive.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// SOCIAL VIRALITY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Viral 9:16 Instagram Story Studio: Organic Word-of-Mouth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Empower diners to share gorgeous, branded dish stories to thousands of local followers.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3F5E"/>
                </a:solidFill>
                <a:latin typeface="Georgia"/>
              </a:defRPr>
            </a:pPr>
            <a:r>
              <a:t>How the 9:16 Visual Social Engine Drives Virality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📸 Automated 9:16 Vertical Story Cards: Diners tap 'Share to Story'. Menuz generates a studio-grade 9:16 card featuring the ordered dish, your restaurant logo, and custom styling in seconds.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📸 Pre-Configured @Handle &amp; Location Tags: Includes your exact Instagram handle (@restaurantname) and geo-location tag so their followers can tap directly into your profile.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📸 Zero Paid Influencer Costs: Replaces expensive paid food bloggers with 200+ authentic local diners posting real dining stories every week to their friends and colleagues.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📸 Owner Choice: Dual Mode (Google + Instagram): Owners can set their reward unlock requirement to Google Review, Instagram Story, or allow diners to choose their preferred method.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// FRAUD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Gamified Lucky Wheel &amp; Triple-Layer Anti-Cheat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Diners love winning table rewards — while owners remain 100% protected against voucher fraud.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59E0B"/>
                </a:solidFill>
                <a:latin typeface="Georgia"/>
              </a:defRPr>
            </a:pPr>
            <a:r>
              <a:t>Interactive Lucky Wheel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🎉 Exciting animated spin wheel unlocked after review or social post.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🎉 Zero Forced Discounting: 100% margin safe by default with chef treats &amp; VIP passes.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🎉 Optional Owner-Decided Discount: Operators can toggle discounts ON and set custom % (e.g. 5%, 10%, 15%).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🎉 Creates playful dining excitement while keeping operators in 100% pricing control.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🎉 Ties reward redemption directly to final billing with single-use session 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6B6D4"/>
                </a:solidFill>
                <a:latin typeface="Georgia"/>
              </a:defRPr>
            </a:pPr>
            <a:r>
              <a:t>Triple Anti-Cheat Security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🔒 Live 15-Minute Ticking Clock: Voucher display features a live dynamic seconds clock. Static screenshots or forwarded images are instantly rejected.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🔒 Waiter PIN Verification (1234): Server physically enters secret PIN 1234 on diner's phone to permanently void the voucher upon billing.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🔒 Single-Use Session Lock: Vouchers are cryptographically tied to Table X and session ID — cannot be transferred to other tables.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// KITCHEN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Direct Kitchen KOT &amp; Universal POS Bridge (Mode A vs Mode 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Owner-controlled dispatching with thermal printer hardware compatibility.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Georgia"/>
              </a:defRPr>
            </a:pPr>
            <a:r>
              <a:t>Mode A: Direct Auto-KOT to Kitchen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⚡ Fires 80mm ESC/POS thermal ticket directly to kitchen printer in 1 second.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⚡ Zero waiter re-typing — eliminates manual transcription errors and delays.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⚡ Pre-formatted with special instructions (spice calibration, allergen tags).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⚡ Best for: High-turnover cafes, bistros, QSRs, and casual dining outlets.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Mode B: Floor Captain Review First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👨‍✈️ Order lands on Floor Captain's tablet first for review and verification.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👨‍✈️ Captain checks bar inventory, course pacing, and custom requests.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👨‍✈️ Captain taps 'Approve &amp; Fire' to send KOT to kitchen thermal stations.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👨‍✈️ Best for: Fine dining, multi-course experiences, and rooftop lounges.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// OPERATIONS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Live Floor Command Center &amp; Kitchen Display System (KDS)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Real-time tablet management for managers, floor captains, and kitchen expeditors.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Georgia"/>
              </a:defRPr>
            </a:pPr>
            <a:r>
              <a:t>Real-Time Operational Controls for Floor Staff &amp; Kitchen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📟 Live Visual Table Map &amp; Status Grid: Color-coded table grid (🟢 Green = Dining, 🟡 Amber = Ordering, 🔵 Blue = Bill Requested, ⚪ Gray = Vacant).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📟 Service Call Management with Timers: Instant push notifications for 'Waiter Summoned', 'Water Needed', or 'Bill Requested' with timer tracking to maintain 60-second service speed.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📟 Kitchen Expeditor Timers (KDS): Visual countdown clocks on kitchen screens (Green &lt;15m, Amber 15-25m, Red &gt;25m) eliminate neglected orders and table delays.</a:t>
            </a:r>
          </a:p>
          <a:p>
            <a:pPr>
              <a:spcBef>
                <a:spcPts val="12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📟 Universal POS Adapters: Native bi-directional bridging with Petpooja (50,000+ Indian outlets), RoyalPOS, Recaho, and RanceLab, plus direct network ESC/POS thermal printing.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// RAPID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5-Minute AI Onboarding Studio &amp; Partitioned Multi-Tenancy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Get any restaurant live in under 5 minutes with voice intake and isolated cloud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Georgia"/>
              </a:defRPr>
            </a:pPr>
            <a:r>
              <a:t>AI Menu &amp; Recipe Intake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VOICE &amp; PHOTO AUTO-DRAFT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Chefs speak or upload a photo of the paper menu. AI extracts dish names, categorizes courses, drafts flavor notes, and calibrates spice ratings in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Partitioned Media Library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ISOLATED CLOUD STORAGE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Every partner restaurant has an isolated cloud image bank. High-res dish photography and branding are segregated with zero cross-tenant clutter.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Georgia"/>
              </a:defRPr>
            </a:pPr>
            <a:r>
              <a:t>Standalone Branded Routes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CUSTOM URLS &amp; DOMAINS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Each restaurant operates on a dedicated URL (/r/:restaurantSlug) with custom brand theme, logo, and table tokens for direct Google Maps and bio links.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// MULTILINGUAL HOSPITALITY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Regional Inclusivity: English Primary with Hindi &amp; Marathi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Preserving global appeal while honoring local hospitality and regional language preferences.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English (Default Primary)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STRICT RULE: ALWAYS FIRST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English is hardcoded as the primary launch language for 100% of devices. No arbitrary IP or browser locale redirection. Global and tech-savvy diners feel instantly at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Georgia"/>
              </a:defRPr>
            </a:pPr>
            <a:r>
              <a:t>हिन्दी (Hindi Native)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PHYSICAL 1-CLICK TOGGLE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Comprehensive native translation for Starters, Main Course, Biryani, special kitchen cooking notes (खास स्वयंपाक सूचना), and kitchen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Georgia"/>
              </a:defRPr>
            </a:pPr>
            <a:r>
              <a:t>मराठी (Marathi Native)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LOCAL CULTURAL RESONANCE</a:t>
            </a:r>
          </a:p>
          <a:p>
            <a:pPr>
              <a:spcBef>
                <a:spcPts val="1400"/>
              </a:spcBef>
              <a:defRPr sz="1350">
                <a:solidFill>
                  <a:srgbClr val="CBD5E1"/>
                </a:solidFill>
                <a:latin typeface="Arial"/>
              </a:defRPr>
            </a:pPr>
            <a:r>
              <a:t>Full regional translation celebrating Maharashtra's food culture (बिर्याणी, स्टार्टर्स, गोड पदार्थ, कॅप्टनला बोलवा), providing warm familiarity for family dining.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// COMMERCIAL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Single Outlet ₹5,000/Mo • Enterprise ₹10,000/Mo • 0% Commission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Transparent subscription pricing with zero commission on food sales and 100% data ownership.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Georgia"/>
              </a:defRPr>
            </a:pPr>
            <a:r>
              <a:t>Single Outlet Plan — ₹5,000 / Month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1 Dedicated Outlet: Up to 25 QR Tables with Digital PDF Stickers.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Fast Mobile Ordering: Zero diner app download or login barriers.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Single-Station KOT: Direct thermal ESC/POS 80mm printing + WhatsApp alerts.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1-Way Cloud POS Push: Standard order intake to Petpooja / RoyalPOS.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Single-Venue Chef AI: Recipe notes, spice &amp; allergen calibration.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Reputation Booster: 1-Click Google review generator + floor grievance recovery.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Venue Lucky Wheel: 100% Owner-configured next-visit perks.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Standard Support: 9 AM – 9 PM WhatsApp &amp; Email support (&lt;4h response).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Multi-Outlet Enterprise — ₹10,000 / Month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Unlimited Outlets &amp; Tables: Includes Shipped Custom Acrylic &amp; Metal QR Standees.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Multiplayer Cart &amp; Floor Bridging: Real-time guest sync + floor captain terminals.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Multi-Kitchen Smart Routing: Auto-splits Bar, Tandoor, Curry &amp; Pantry KDS.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Full 2-Way REST API Bridge: Live 86 item sync, bill settlements &amp; inventory.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Multi-Chef AI Studio: City-specific branch overrides &amp; franchise tone.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100% White-Label: Custom domain (`order.brand.com`), zero Menuz branding.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Granular Team RBAC: HQ Director, Regional GM, Manager, Chef &amp; Waiter roles.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VIP 24/7 Priority SLA: Dedicated Director &amp; Weekend Rush War-Room (&lt;15m SLA).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// IN-DEPTH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What Exactly You Get in Each Plan: Side-by-Side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Transparent capability breakdown between Single Outlet (₹5,000/mo) and Enterprise (₹10,000/mo).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383280"/>
                <a:gridCol w="3383280"/>
              </a:tblGrid>
              <a:tr h="4156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Georgia"/>
                        </a:defRPr>
                      </a:pPr>
                      <a:r>
                        <a:t>Capability / Module</a:t>
                      </a:r>
                    </a:p>
                  </a:txBody>
                  <a:tcPr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  <a:latin typeface="Georgia"/>
                        </a:defRPr>
                      </a:pPr>
                      <a:r>
                        <a:t>Single Outlet (₹5,000/mo)</a:t>
                      </a:r>
                    </a:p>
                  </a:txBody>
                  <a:tcPr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Georgia"/>
                        </a:defRPr>
                      </a:pPr>
                      <a:r>
                        <a:t>Multi-Outlet Enterprise (₹10,000/mo)</a:t>
                      </a:r>
                    </a:p>
                  </a:txBody>
                  <a:tcPr>
                    <a:solidFill>
                      <a:srgbClr val="1A243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Outlet Scale &amp; Hardware Kit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1 Venue (Up to 25 Tables • PDF Stickers)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Unlimited Outlets &amp; Tables + Shipped Acrylic/Metal Stands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Interactive Dining &amp; Floor Sync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Standard Mobile Web Menu (Zero App)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Real-Time Multiplayer Sync + Floor Captain Terminals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Chef AI Studio &amp; Customization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Single Venue Profile (Spice &amp; Allergen Guard)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Multi-Branch AI Studio + City Overrides &amp; Franchise Tone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Kitchen KOT &amp; Order Routing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Single-Station KOT (1 Printer / WhatsApp)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Multi-Kitchen Smart Routing (Bar, Tandoor, Curry &amp; Pantry)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POS Integration Architecture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Standard 1-Way Cloud Order Relay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Full 2-Way REST API Bridge (Live 86 Sync &amp; Settlements)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Google Maps SEO &amp; Reputation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Single-Branch 1-Click Review Assist + Floor Shield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Multi-Branch SEO Command Center &amp; City Benchmarks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Gamified Loyalty &amp; Retention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Standard Venue Spin Wheel (Owner Controlled)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Cross-Outlet Loyalty Pass &amp; Geo-Targeted Campaigns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Brand Identity &amp; Custom Domain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Hosted Menu (`menuz.in/r/slug` with logo)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100% White-Label (`order.brand.com` • Zero Menuz Badge)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Team Governance &amp; RBAC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Single Owner / Floor Manager Access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Granular Multi-Role (HQ Director, GM, Manager, Chef, Waiter)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AFAFA"/>
                          </a:solidFill>
                          <a:latin typeface="Arial"/>
                        </a:defRPr>
                      </a:pPr>
                      <a:r>
                        <a:t>Support SLA &amp; Operations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Business Hours Support (9 AM - 9 PM, &lt;4h SLA)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VIP 24/7 Priority Emergency SLA (Dedicated Director, &lt;15m)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// MARKET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AFAFA"/>
                </a:solidFill>
                <a:latin typeface="Georgia"/>
              </a:defRPr>
            </a:pPr>
            <a:r>
              <a:t>The 15-Restaurant Boardroom Stress Test: Unanimous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How Menuz addresses the toughest operational objections across diverse dining formats.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  <a:latin typeface="Georgia"/>
              </a:defRPr>
            </a:pPr>
            <a:r>
              <a:t>Cafes &amp; High-Turnover</a:t>
            </a:r>
          </a:p>
          <a:p>
            <a:pPr>
              <a:spcBef>
                <a:spcPts val="200"/>
              </a:spcBef>
              <a:defRPr sz="1050" b="1">
                <a:solidFill>
                  <a:srgbClr val="94A3B8"/>
                </a:solidFill>
                <a:latin typeface="Arial"/>
              </a:defRPr>
            </a:pPr>
            <a:r>
              <a:t>German Bakery, Le Plaisir, Vaishali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  <a:latin typeface="Arial"/>
              </a:defRPr>
            </a:pPr>
            <a:r>
              <a:t>• Objection: 'We serve 200+ tables/day, tech must be instant.'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  <a:latin typeface="Arial"/>
              </a:defRPr>
            </a:pPr>
            <a:r>
              <a:t>• Solution: Zero app downloads. Mode A fires direct 80mm KOT in 1s.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  <a:latin typeface="Arial"/>
              </a:defRPr>
            </a:pPr>
            <a:r>
              <a:t>• Outcome: Table turnover accelerated by 14 minutes per group.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Georgia"/>
              </a:defRPr>
            </a:pPr>
            <a:r>
              <a:t>Fine Dining &amp; Bistros</a:t>
            </a:r>
          </a:p>
          <a:p>
            <a:pPr>
              <a:spcBef>
                <a:spcPts val="200"/>
              </a:spcBef>
              <a:defRPr sz="1050" b="1">
                <a:solidFill>
                  <a:srgbClr val="94A3B8"/>
                </a:solidFill>
                <a:latin typeface="Arial"/>
              </a:defRPr>
            </a:pPr>
            <a:r>
              <a:t>Arthur's Theme, Malaka Spice, Terttulia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  <a:latin typeface="Arial"/>
              </a:defRPr>
            </a:pPr>
            <a:r>
              <a:t>• Objection: 'We cannot lose human captain hospitality.'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  <a:latin typeface="Arial"/>
              </a:defRPr>
            </a:pPr>
            <a:r>
              <a:t>• Solution: Mode B allows captain to review and pace courses.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  <a:latin typeface="Arial"/>
              </a:defRPr>
            </a:pPr>
            <a:r>
              <a:t>• Outcome: Chef AI wine pairings increase beverage check size by +24%.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572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Georgia"/>
              </a:defRPr>
            </a:pPr>
            <a:r>
              <a:t>Breweries &amp; Restobars</a:t>
            </a:r>
          </a:p>
          <a:p>
            <a:pPr>
              <a:spcBef>
                <a:spcPts val="200"/>
              </a:spcBef>
              <a:defRPr sz="1050" b="1">
                <a:solidFill>
                  <a:srgbClr val="94A3B8"/>
                </a:solidFill>
                <a:latin typeface="Arial"/>
              </a:defRPr>
            </a:pPr>
            <a:r>
              <a:t>Effingut, FC Road Social, Agent Jack's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  <a:latin typeface="Arial"/>
              </a:defRPr>
            </a:pPr>
            <a:r>
              <a:t>• Objection: 'Large noisy groups cause chaotic ordering.'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  <a:latin typeface="Arial"/>
              </a:defRPr>
            </a:pPr>
            <a:r>
              <a:t>• Solution: Multiplayer table sync aggregates all orders with guest tags.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  <a:latin typeface="Arial"/>
              </a:defRPr>
            </a:pPr>
            <a:r>
              <a:t>• Outcome: 9:16 Instagram Story engine drives massive weekend viral reach.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AFAFA"/>
                </a:solidFill>
                <a:latin typeface="Georgia"/>
              </a:defRPr>
            </a:pPr>
            <a:r>
              <a:t>Transform Your Restaurant with Menuz</a:t>
            </a:r>
          </a:p>
          <a:p>
            <a:pPr>
              <a:spcBef>
                <a:spcPts val="800"/>
              </a:spcBef>
              <a:defRPr sz="2200" b="1">
                <a:solidFill>
                  <a:srgbClr val="F59E0B"/>
                </a:solidFill>
                <a:latin typeface="Georgia"/>
              </a:defRPr>
            </a:pPr>
            <a:r>
              <a:t>The All-in-One Dine-In Operating System &amp; Growth Engine</a:t>
            </a:r>
          </a:p>
          <a:p>
            <a:pPr>
              <a:spcBef>
                <a:spcPts val="10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✓  +22% Average Ticket Value via Smart Pairings &amp; Upsells</a:t>
            </a:r>
          </a:p>
          <a:p>
            <a:pPr>
              <a:spcBef>
                <a:spcPts val="10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✓  +300 Verified 5-Star Reviews or Viral Instagram Stories Monthly</a:t>
            </a:r>
          </a:p>
          <a:p>
            <a:pPr>
              <a:spcBef>
                <a:spcPts val="10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✓  Zero Lost Orders with Multi-Channel KOT Failover (Port 9100 / LAN / POS)</a:t>
            </a:r>
          </a:p>
          <a:p>
            <a:pPr>
              <a:spcBef>
                <a:spcPts val="10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✓  Diner Service Response Times Cut from 10 Mins to Under 60 Seconds</a:t>
            </a:r>
          </a:p>
          <a:p>
            <a:pPr>
              <a:spcBef>
                <a:spcPts val="10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✓  100% Customer Data Ownership with Zero Delivery Commissions</a:t>
            </a:r>
          </a:p>
          <a:p>
            <a:pPr>
              <a:spcBef>
                <a:spcPts val="2000"/>
              </a:spcBef>
              <a:defRPr sz="1500" b="1">
                <a:solidFill>
                  <a:srgbClr val="06B6D4"/>
                </a:solidFill>
                <a:latin typeface="Arial"/>
              </a:defRPr>
            </a:pPr>
            <a:r>
              <a:t>Live Interactive Platform: stgtrgjrccx.github.io/menuz • Contact: partner@menuz.in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